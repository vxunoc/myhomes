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C4DFEC-AC9B-450E-8F3B-310BFA43473B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40E60D-F800-4A9C-9AB3-E85249C5B3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203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40E60D-F800-4A9C-9AB3-E85249C5B32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6459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6CA-A7FA-457F-8231-839E9F8E1253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2575-C697-469D-912E-3FFDE8C81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2760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6CA-A7FA-457F-8231-839E9F8E1253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2575-C697-469D-912E-3FFDE8C81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2722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6CA-A7FA-457F-8231-839E9F8E1253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2575-C697-469D-912E-3FFDE8C81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140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6CA-A7FA-457F-8231-839E9F8E1253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2575-C697-469D-912E-3FFDE8C81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868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6CA-A7FA-457F-8231-839E9F8E1253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2575-C697-469D-912E-3FFDE8C81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4641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6CA-A7FA-457F-8231-839E9F8E1253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2575-C697-469D-912E-3FFDE8C81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85425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6CA-A7FA-457F-8231-839E9F8E1253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2575-C697-469D-912E-3FFDE8C81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5099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6CA-A7FA-457F-8231-839E9F8E1253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2575-C697-469D-912E-3FFDE8C81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5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6CA-A7FA-457F-8231-839E9F8E1253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2575-C697-469D-912E-3FFDE8C81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941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6CA-A7FA-457F-8231-839E9F8E1253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2575-C697-469D-912E-3FFDE8C81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696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6CA-A7FA-457F-8231-839E9F8E1253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2575-C697-469D-912E-3FFDE8C819C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1899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6CA-A7FA-457F-8231-839E9F8E1253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2575-C697-469D-912E-3FFDE8C81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1663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인용문 있는 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6CA-A7FA-457F-8231-839E9F8E1253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2575-C697-469D-912E-3FFDE8C819C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561735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참 또는 거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6CA-A7FA-457F-8231-839E9F8E1253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2575-C697-469D-912E-3FFDE8C81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93651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6CA-A7FA-457F-8231-839E9F8E1253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2575-C697-469D-912E-3FFDE8C81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003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576CA-A7FA-457F-8231-839E9F8E1253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112575-C697-469D-912E-3FFDE8C81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621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ko-KR" alt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576CA-A7FA-457F-8231-839E9F8E1253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4112575-C697-469D-912E-3FFDE8C819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060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1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1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tiobe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vxunoc.github.io/myhomes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A0CAC-9E65-CCF6-33F2-B40463784B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96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전공 인턴쉽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29B5055-B9A0-49E8-03C4-78BC1F238F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4050836"/>
            <a:ext cx="7766936" cy="1096899"/>
          </a:xfrm>
        </p:spPr>
        <p:txBody>
          <a:bodyPr>
            <a:noAutofit/>
          </a:bodyPr>
          <a:lstStyle/>
          <a:p>
            <a:r>
              <a:rPr lang="ko-KR" altLang="en-US" sz="4800" dirty="0" err="1">
                <a:latin typeface="HY헤드라인M" panose="02030600000101010101" pitchFamily="18" charset="-127"/>
                <a:ea typeface="HY헤드라인M" panose="02030600000101010101" pitchFamily="18" charset="-127"/>
              </a:rPr>
              <a:t>대송고등학교</a:t>
            </a:r>
            <a:endParaRPr lang="en-US" altLang="ko-KR" sz="4800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ko-KR" altLang="en-US" sz="4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안지민</a:t>
            </a:r>
          </a:p>
        </p:txBody>
      </p:sp>
    </p:spTree>
    <p:extLst>
      <p:ext uri="{BB962C8B-B14F-4D97-AF65-F5344CB8AC3E}">
        <p14:creationId xmlns:p14="http://schemas.microsoft.com/office/powerpoint/2010/main" val="104851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4C7946-3050-9384-955F-B7C0661FBE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7200" dirty="0">
                <a:latin typeface="+mj-ea"/>
              </a:rPr>
              <a:t>차례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639D9-50EC-4D07-0D42-290D6D8B9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3200" dirty="0">
                <a:latin typeface="+mj-ea"/>
                <a:ea typeface="+mj-ea"/>
              </a:rPr>
              <a:t>1</a:t>
            </a:r>
            <a:r>
              <a:rPr lang="ko-KR" altLang="en-US" sz="3200" dirty="0">
                <a:latin typeface="+mj-ea"/>
                <a:ea typeface="+mj-ea"/>
              </a:rPr>
              <a:t>일차 </a:t>
            </a:r>
            <a:r>
              <a:rPr lang="en-US" altLang="ko-KR" sz="3200" dirty="0">
                <a:latin typeface="+mj-ea"/>
                <a:ea typeface="+mj-ea"/>
              </a:rPr>
              <a:t>: </a:t>
            </a:r>
            <a:r>
              <a:rPr lang="ko-KR" altLang="en-US" sz="3200" dirty="0">
                <a:latin typeface="+mj-ea"/>
                <a:ea typeface="+mj-ea"/>
              </a:rPr>
              <a:t>네트워크</a:t>
            </a:r>
            <a:endParaRPr lang="en-US" altLang="ko-KR" sz="3200" dirty="0">
              <a:latin typeface="+mj-ea"/>
              <a:ea typeface="+mj-ea"/>
            </a:endParaRPr>
          </a:p>
          <a:p>
            <a:r>
              <a:rPr lang="en-US" altLang="ko-KR" sz="3200" dirty="0">
                <a:latin typeface="+mj-ea"/>
                <a:ea typeface="+mj-ea"/>
              </a:rPr>
              <a:t>2</a:t>
            </a:r>
            <a:r>
              <a:rPr lang="ko-KR" altLang="en-US" sz="3200" dirty="0">
                <a:latin typeface="+mj-ea"/>
                <a:ea typeface="+mj-ea"/>
              </a:rPr>
              <a:t>일차 </a:t>
            </a:r>
            <a:r>
              <a:rPr lang="en-US" altLang="ko-KR" sz="3200" dirty="0">
                <a:latin typeface="+mj-ea"/>
                <a:ea typeface="+mj-ea"/>
              </a:rPr>
              <a:t>: </a:t>
            </a:r>
            <a:r>
              <a:rPr lang="ko-KR" altLang="en-US" sz="3200" dirty="0" err="1">
                <a:latin typeface="+mj-ea"/>
                <a:ea typeface="+mj-ea"/>
              </a:rPr>
              <a:t>바이브</a:t>
            </a:r>
            <a:r>
              <a:rPr lang="ko-KR" altLang="en-US" sz="3200" dirty="0">
                <a:latin typeface="+mj-ea"/>
                <a:ea typeface="+mj-ea"/>
              </a:rPr>
              <a:t> 코딩</a:t>
            </a:r>
          </a:p>
        </p:txBody>
      </p:sp>
    </p:spTree>
    <p:extLst>
      <p:ext uri="{BB962C8B-B14F-4D97-AF65-F5344CB8AC3E}">
        <p14:creationId xmlns:p14="http://schemas.microsoft.com/office/powerpoint/2010/main" val="1994736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EC6CC0-8286-BB9D-9D4C-3B6189BAD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7200" dirty="0">
                <a:latin typeface="+mj-ea"/>
              </a:rPr>
              <a:t>0. </a:t>
            </a:r>
            <a:r>
              <a:rPr lang="ko-KR" altLang="en-US" sz="7200" dirty="0">
                <a:latin typeface="+mj-ea"/>
              </a:rPr>
              <a:t>준비사항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B6FF82-20BB-BC47-EBE1-00A0E6FA4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771591" cy="3880773"/>
          </a:xfrm>
        </p:spPr>
        <p:txBody>
          <a:bodyPr>
            <a:normAutofit/>
          </a:bodyPr>
          <a:lstStyle/>
          <a:p>
            <a:r>
              <a:rPr lang="en-US" altLang="ko-KR" sz="2800" dirty="0">
                <a:latin typeface="+mj-ea"/>
                <a:ea typeface="+mj-ea"/>
              </a:rPr>
              <a:t>1.</a:t>
            </a:r>
            <a:r>
              <a:rPr lang="ko-KR" altLang="en-US" sz="2800" dirty="0" err="1">
                <a:latin typeface="+mj-ea"/>
                <a:ea typeface="+mj-ea"/>
              </a:rPr>
              <a:t>영타</a:t>
            </a:r>
            <a:r>
              <a:rPr lang="ko-KR" altLang="en-US" sz="2800" dirty="0">
                <a:latin typeface="+mj-ea"/>
                <a:ea typeface="+mj-ea"/>
              </a:rPr>
              <a:t> </a:t>
            </a:r>
            <a:r>
              <a:rPr lang="en-US" altLang="ko-KR" sz="2800" dirty="0">
                <a:latin typeface="+mj-ea"/>
                <a:ea typeface="+mj-ea"/>
              </a:rPr>
              <a:t>(150</a:t>
            </a:r>
            <a:r>
              <a:rPr lang="ko-KR" altLang="en-US" sz="2800" dirty="0">
                <a:latin typeface="+mj-ea"/>
                <a:ea typeface="+mj-ea"/>
              </a:rPr>
              <a:t>타 이상 </a:t>
            </a:r>
            <a:r>
              <a:rPr lang="en-US" altLang="ko-KR" sz="2800" dirty="0">
                <a:latin typeface="+mj-ea"/>
                <a:ea typeface="+mj-ea"/>
              </a:rPr>
              <a:t>: </a:t>
            </a:r>
            <a:r>
              <a:rPr lang="ko-KR" altLang="en-US" sz="2800" dirty="0">
                <a:latin typeface="+mj-ea"/>
                <a:ea typeface="+mj-ea"/>
              </a:rPr>
              <a:t>안 보고 치는 정도</a:t>
            </a:r>
            <a:r>
              <a:rPr lang="en-US" altLang="ko-KR" sz="2800" dirty="0">
                <a:latin typeface="+mj-ea"/>
                <a:ea typeface="+mj-ea"/>
              </a:rPr>
              <a:t>)</a:t>
            </a:r>
          </a:p>
          <a:p>
            <a:r>
              <a:rPr lang="en-US" altLang="ko-KR" sz="2800" dirty="0">
                <a:latin typeface="+mj-ea"/>
                <a:ea typeface="+mj-ea"/>
              </a:rPr>
              <a:t>I</a:t>
            </a:r>
            <a:r>
              <a:rPr lang="ko-KR" altLang="en-US" sz="2800" dirty="0">
                <a:latin typeface="+mj-ea"/>
                <a:ea typeface="+mj-ea"/>
              </a:rPr>
              <a:t> </a:t>
            </a:r>
            <a:r>
              <a:rPr lang="en-US" altLang="ko-KR" sz="2800" dirty="0">
                <a:latin typeface="+mj-ea"/>
                <a:ea typeface="+mj-ea"/>
              </a:rPr>
              <a:t>love</a:t>
            </a:r>
            <a:r>
              <a:rPr lang="ko-KR" altLang="en-US" sz="2800" dirty="0">
                <a:latin typeface="+mj-ea"/>
                <a:ea typeface="+mj-ea"/>
              </a:rPr>
              <a:t> </a:t>
            </a:r>
            <a:r>
              <a:rPr lang="en-US" altLang="ko-KR" sz="2800" dirty="0">
                <a:latin typeface="+mj-ea"/>
                <a:ea typeface="+mj-ea"/>
              </a:rPr>
              <a:t>you.</a:t>
            </a:r>
            <a:r>
              <a:rPr lang="ko-KR" altLang="en-US" sz="2800" dirty="0">
                <a:latin typeface="+mj-ea"/>
                <a:ea typeface="+mj-ea"/>
              </a:rPr>
              <a:t> </a:t>
            </a:r>
            <a:r>
              <a:rPr lang="en-US" altLang="ko-KR" sz="2800" dirty="0">
                <a:latin typeface="+mj-ea"/>
                <a:ea typeface="+mj-ea"/>
              </a:rPr>
              <a:t>Do</a:t>
            </a:r>
            <a:r>
              <a:rPr lang="ko-KR" altLang="en-US" sz="2800" dirty="0">
                <a:latin typeface="+mj-ea"/>
                <a:ea typeface="+mj-ea"/>
              </a:rPr>
              <a:t> </a:t>
            </a:r>
            <a:r>
              <a:rPr lang="en-US" altLang="ko-KR" sz="2800" dirty="0">
                <a:latin typeface="+mj-ea"/>
                <a:ea typeface="+mj-ea"/>
              </a:rPr>
              <a:t>you</a:t>
            </a:r>
            <a:r>
              <a:rPr lang="ko-KR" altLang="en-US" sz="2800" dirty="0">
                <a:latin typeface="+mj-ea"/>
                <a:ea typeface="+mj-ea"/>
              </a:rPr>
              <a:t> </a:t>
            </a:r>
            <a:r>
              <a:rPr lang="en-US" altLang="ko-KR" sz="2800" dirty="0">
                <a:latin typeface="+mj-ea"/>
                <a:ea typeface="+mj-ea"/>
              </a:rPr>
              <a:t>love</a:t>
            </a:r>
            <a:r>
              <a:rPr lang="ko-KR" altLang="en-US" sz="2800" dirty="0">
                <a:latin typeface="+mj-ea"/>
                <a:ea typeface="+mj-ea"/>
              </a:rPr>
              <a:t> </a:t>
            </a:r>
            <a:r>
              <a:rPr lang="en-US" altLang="ko-KR" sz="2800" dirty="0">
                <a:latin typeface="+mj-ea"/>
                <a:ea typeface="+mj-ea"/>
              </a:rPr>
              <a:t>me?</a:t>
            </a:r>
          </a:p>
          <a:p>
            <a:r>
              <a:rPr lang="en-US" altLang="ko-KR" sz="2800" dirty="0">
                <a:latin typeface="+mj-ea"/>
                <a:ea typeface="+mj-ea"/>
              </a:rPr>
              <a:t>2.</a:t>
            </a:r>
            <a:r>
              <a:rPr lang="ko-KR" altLang="en-US" sz="2800" dirty="0">
                <a:latin typeface="+mj-ea"/>
                <a:ea typeface="+mj-ea"/>
              </a:rPr>
              <a:t>기본 수학 지식</a:t>
            </a:r>
            <a:endParaRPr lang="en-US" altLang="ko-KR" sz="2800" dirty="0">
              <a:latin typeface="+mj-ea"/>
              <a:ea typeface="+mj-ea"/>
            </a:endParaRPr>
          </a:p>
          <a:p>
            <a:r>
              <a:rPr lang="ko-KR" altLang="en-US" sz="2800" dirty="0">
                <a:latin typeface="+mj-ea"/>
                <a:ea typeface="+mj-ea"/>
              </a:rPr>
              <a:t>중학교 정도</a:t>
            </a:r>
            <a:endParaRPr lang="en-US" altLang="ko-KR" sz="2800" dirty="0">
              <a:latin typeface="+mj-ea"/>
              <a:ea typeface="+mj-ea"/>
            </a:endParaRPr>
          </a:p>
          <a:p>
            <a:r>
              <a:rPr lang="ko-KR" altLang="en-US" sz="2800" dirty="0">
                <a:latin typeface="+mj-ea"/>
                <a:ea typeface="+mj-ea"/>
              </a:rPr>
              <a:t>논리적으로 생각할 줄 아는 능력</a:t>
            </a:r>
            <a:endParaRPr lang="en-US" altLang="ko-KR" sz="2800" dirty="0">
              <a:latin typeface="+mj-ea"/>
              <a:ea typeface="+mj-ea"/>
            </a:endParaRPr>
          </a:p>
          <a:p>
            <a:endParaRPr lang="ko-KR" altLang="en-US" sz="2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06331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40AB32-9B4F-57CB-093E-AB7E65AB1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>
                <a:latin typeface="+mj-ea"/>
              </a:rPr>
              <a:t>자연어 </a:t>
            </a:r>
            <a:r>
              <a:rPr lang="en-US" altLang="ko-KR" sz="5400" dirty="0">
                <a:latin typeface="+mj-ea"/>
              </a:rPr>
              <a:t>vs </a:t>
            </a:r>
            <a:r>
              <a:rPr lang="ko-KR" altLang="en-US" sz="5400" dirty="0">
                <a:latin typeface="+mj-ea"/>
              </a:rPr>
              <a:t>컴퓨터 언어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5EB9CF-65A8-B7F9-4D52-5A006FA47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자연어 </a:t>
            </a:r>
            <a:r>
              <a:rPr lang="en-US" altLang="ko-KR" dirty="0"/>
              <a:t>(natural language)- 2</a:t>
            </a:r>
            <a:r>
              <a:rPr lang="ko-KR" altLang="en-US" dirty="0"/>
              <a:t>년</a:t>
            </a:r>
            <a:r>
              <a:rPr lang="en-US" altLang="ko-KR" dirty="0"/>
              <a:t>~3</a:t>
            </a:r>
            <a:r>
              <a:rPr lang="ko-KR" altLang="en-US" dirty="0"/>
              <a:t>년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나는 너를 좋아한다</a:t>
            </a:r>
            <a:r>
              <a:rPr lang="en-US" altLang="ko-KR" dirty="0"/>
              <a:t>. </a:t>
            </a:r>
            <a:r>
              <a:rPr lang="ko-KR" altLang="en-US" dirty="0"/>
              <a:t>너는 나는 좋아한다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 John like Jain. Jain like Joe.</a:t>
            </a:r>
          </a:p>
          <a:p>
            <a:r>
              <a:rPr lang="ko-KR" altLang="en-US" dirty="0"/>
              <a:t>컴퓨터 언어 </a:t>
            </a:r>
            <a:r>
              <a:rPr lang="en-US" altLang="ko-KR" dirty="0"/>
              <a:t>(formal language)-</a:t>
            </a:r>
            <a:r>
              <a:rPr lang="ko-KR" altLang="en-US" dirty="0"/>
              <a:t> 형식 언어</a:t>
            </a:r>
            <a:r>
              <a:rPr lang="en-US" altLang="ko-KR" dirty="0"/>
              <a:t>- 1</a:t>
            </a:r>
            <a:r>
              <a:rPr lang="ko-KR" altLang="en-US" dirty="0"/>
              <a:t>년</a:t>
            </a:r>
            <a:r>
              <a:rPr lang="en-US" altLang="ko-KR" dirty="0"/>
              <a:t>, </a:t>
            </a:r>
            <a:r>
              <a:rPr lang="ko-KR" altLang="en-US" dirty="0"/>
              <a:t>하나</a:t>
            </a:r>
            <a:endParaRPr lang="en-US" altLang="ko-KR" dirty="0"/>
          </a:p>
          <a:p>
            <a:r>
              <a:rPr lang="ko-KR" altLang="en-US" dirty="0"/>
              <a:t>자연어가 배우기 어려운 이유는</a:t>
            </a:r>
            <a:r>
              <a:rPr lang="en-US" altLang="ko-KR" dirty="0"/>
              <a:t>? Why?</a:t>
            </a:r>
          </a:p>
          <a:p>
            <a:r>
              <a:rPr lang="ko-KR" altLang="en-US" dirty="0"/>
              <a:t>예외가 너무 많다</a:t>
            </a:r>
          </a:p>
        </p:txBody>
      </p:sp>
    </p:spTree>
    <p:extLst>
      <p:ext uri="{BB962C8B-B14F-4D97-AF65-F5344CB8AC3E}">
        <p14:creationId xmlns:p14="http://schemas.microsoft.com/office/powerpoint/2010/main" val="3529674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DCE4F-2D1F-230C-3E10-7176BF574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자연어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9F6CBE-7A49-4801-1A23-C986E43B7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자연어 </a:t>
            </a:r>
            <a:r>
              <a:rPr lang="en-US" altLang="ko-KR" dirty="0"/>
              <a:t>: 7000</a:t>
            </a:r>
            <a:r>
              <a:rPr lang="ko-KR" altLang="en-US" dirty="0"/>
              <a:t>여개</a:t>
            </a:r>
            <a:endParaRPr lang="en-US" altLang="ko-KR" dirty="0"/>
          </a:p>
          <a:p>
            <a:r>
              <a:rPr lang="ko-KR" altLang="en-US" dirty="0"/>
              <a:t>컴퓨터 언어 </a:t>
            </a:r>
            <a:r>
              <a:rPr lang="en-US" altLang="ko-KR" dirty="0"/>
              <a:t>: ?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145D75C-D17E-EE99-48F6-11C8498F2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897" y="704850"/>
            <a:ext cx="5148427" cy="517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867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D16CBB-8D04-FFC2-879A-EB2B86AFD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9142941" cy="1320800"/>
          </a:xfrm>
        </p:spPr>
        <p:txBody>
          <a:bodyPr/>
          <a:lstStyle/>
          <a:p>
            <a:r>
              <a:rPr lang="ko-KR" altLang="en-US" dirty="0"/>
              <a:t>컴퓨터 언어 순위 </a:t>
            </a:r>
            <a:r>
              <a:rPr lang="en-US" altLang="ko-KR" dirty="0">
                <a:hlinkClick r:id="rId2"/>
              </a:rPr>
              <a:t>www.tiobe.com</a:t>
            </a:r>
            <a:r>
              <a:rPr lang="en-US" altLang="ko-KR" dirty="0"/>
              <a:t> -&gt;index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EA96A73-9709-1493-611F-D6152F1B5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296" y="1739186"/>
            <a:ext cx="7279841" cy="358647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3DA11AD-C7A9-B3A7-55F4-96533CF61852}"/>
              </a:ext>
            </a:extLst>
          </p:cNvPr>
          <p:cNvSpPr/>
          <p:nvPr/>
        </p:nvSpPr>
        <p:spPr>
          <a:xfrm>
            <a:off x="4503953" y="2829430"/>
            <a:ext cx="1152525" cy="3000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AC8DBD-5A79-F2B1-14E6-883F3FAE15D7}"/>
              </a:ext>
            </a:extLst>
          </p:cNvPr>
          <p:cNvSpPr/>
          <p:nvPr/>
        </p:nvSpPr>
        <p:spPr>
          <a:xfrm>
            <a:off x="4503954" y="3929906"/>
            <a:ext cx="1152524" cy="2952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B640EF7-BAF2-9F7A-383E-63CC6707DE29}"/>
              </a:ext>
            </a:extLst>
          </p:cNvPr>
          <p:cNvSpPr/>
          <p:nvPr/>
        </p:nvSpPr>
        <p:spPr>
          <a:xfrm>
            <a:off x="4503952" y="3415423"/>
            <a:ext cx="1152525" cy="2413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DCA736D-D8A5-05AE-250D-AE863299527F}"/>
              </a:ext>
            </a:extLst>
          </p:cNvPr>
          <p:cNvSpPr/>
          <p:nvPr/>
        </p:nvSpPr>
        <p:spPr>
          <a:xfrm>
            <a:off x="4503953" y="1964592"/>
            <a:ext cx="1152525" cy="3000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51E1109-A494-3898-7156-3E5085C4B58A}"/>
              </a:ext>
            </a:extLst>
          </p:cNvPr>
          <p:cNvSpPr/>
          <p:nvPr/>
        </p:nvSpPr>
        <p:spPr>
          <a:xfrm>
            <a:off x="4503952" y="2258671"/>
            <a:ext cx="1152525" cy="3000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1644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DD5236-E534-2273-FD1E-BB1145CE4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5400" dirty="0"/>
              <a:t>알아야 되는 사이트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AE8587-5FE2-5724-A61F-07F09886F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-GitHub(</a:t>
            </a:r>
            <a:r>
              <a:rPr lang="ko-KR" altLang="en-US" dirty="0" err="1"/>
              <a:t>깃허브</a:t>
            </a:r>
            <a:r>
              <a:rPr lang="en-US" altLang="ko-KR" dirty="0"/>
              <a:t>), notion(</a:t>
            </a:r>
            <a:r>
              <a:rPr lang="ko-KR" altLang="en-US" dirty="0" err="1"/>
              <a:t>노션</a:t>
            </a:r>
            <a:r>
              <a:rPr lang="en-US" altLang="ko-KR" dirty="0"/>
              <a:t>)</a:t>
            </a:r>
          </a:p>
          <a:p>
            <a:pPr marL="0" indent="0">
              <a:buNone/>
            </a:pPr>
            <a:r>
              <a:rPr lang="en-US" altLang="ko-KR" dirty="0"/>
              <a:t>-</a:t>
            </a:r>
            <a:r>
              <a:rPr lang="ko-KR" altLang="en-US" dirty="0"/>
              <a:t>전자우편주소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-Gmail </a:t>
            </a:r>
            <a:r>
              <a:rPr lang="ko-KR" altLang="en-US" dirty="0"/>
              <a:t>만들기</a:t>
            </a:r>
            <a:endParaRPr lang="en-US" altLang="ko-KR" dirty="0"/>
          </a:p>
          <a:p>
            <a:pPr marL="0" indent="0">
              <a:buNone/>
            </a:pPr>
            <a:r>
              <a:rPr lang="ko-KR" altLang="ko-KR" dirty="0">
                <a:hlinkClick r:id="rId2"/>
              </a:rPr>
              <a:t>나의 첫 홈페이지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39586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479D9F-1D18-6E3B-1442-AA52A3334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깃허브란</a:t>
            </a:r>
            <a:r>
              <a:rPr lang="en-US" altLang="ko-KR" dirty="0"/>
              <a:t>? </a:t>
            </a:r>
            <a:r>
              <a:rPr lang="ko-KR" altLang="en-US" dirty="0"/>
              <a:t>프로젝트 관리하는 사이트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385567-D22E-A399-2C2A-A242DC8A6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3" y="2160589"/>
            <a:ext cx="9371640" cy="3880773"/>
          </a:xfrm>
        </p:spPr>
        <p:txBody>
          <a:bodyPr>
            <a:normAutofit/>
          </a:bodyPr>
          <a:lstStyle/>
          <a:p>
            <a:r>
              <a:rPr lang="ko-KR" altLang="en-US" sz="2800" dirty="0" err="1"/>
              <a:t>깃허브</a:t>
            </a:r>
            <a:r>
              <a:rPr lang="en-US" altLang="ko-KR" sz="2800" dirty="0"/>
              <a:t> (GitHub)</a:t>
            </a:r>
          </a:p>
          <a:p>
            <a:r>
              <a:rPr lang="ko-KR" altLang="en-US" sz="2800" dirty="0"/>
              <a:t>전 세계 개발자들이 소프트웨어 </a:t>
            </a:r>
            <a:r>
              <a:rPr lang="ko-KR" altLang="en-US" sz="2800" dirty="0">
                <a:solidFill>
                  <a:srgbClr val="FF0000"/>
                </a:solidFill>
              </a:rPr>
              <a:t>소스 코드를 저장</a:t>
            </a:r>
            <a:r>
              <a:rPr lang="ko-KR" altLang="en-US" sz="2800" dirty="0">
                <a:solidFill>
                  <a:schemeClr val="tx1"/>
                </a:solidFill>
              </a:rPr>
              <a:t>하고</a:t>
            </a:r>
            <a:r>
              <a:rPr lang="ko-KR" altLang="en-US" sz="2800" dirty="0">
                <a:solidFill>
                  <a:srgbClr val="FF0000"/>
                </a:solidFill>
              </a:rPr>
              <a:t> 버전을 관리</a:t>
            </a:r>
            <a:r>
              <a:rPr lang="ko-KR" altLang="en-US" sz="2800" dirty="0"/>
              <a:t>하며 </a:t>
            </a:r>
            <a:r>
              <a:rPr lang="ko-KR" altLang="en-US" sz="2800" dirty="0">
                <a:solidFill>
                  <a:srgbClr val="FF0000"/>
                </a:solidFill>
              </a:rPr>
              <a:t>서로 협업</a:t>
            </a:r>
            <a:r>
              <a:rPr lang="ko-KR" altLang="en-US" sz="2800" dirty="0"/>
              <a:t>할 수 있도록 돕는 </a:t>
            </a:r>
            <a:r>
              <a:rPr lang="ko-KR" altLang="en-US" sz="2800" dirty="0">
                <a:solidFill>
                  <a:srgbClr val="FF0000"/>
                </a:solidFill>
              </a:rPr>
              <a:t>세계 최대 규모의 웹 기반 개발 플랫폼</a:t>
            </a:r>
            <a:endParaRPr lang="en-US" altLang="ko-KR" sz="2800" dirty="0">
              <a:solidFill>
                <a:srgbClr val="FF0000"/>
              </a:solidFill>
            </a:endParaRPr>
          </a:p>
          <a:p>
            <a:r>
              <a:rPr lang="ko-KR" altLang="en-US" sz="2800" dirty="0"/>
              <a:t>클라우드 기반의 저장소</a:t>
            </a:r>
            <a:r>
              <a:rPr lang="en-US" altLang="ko-KR" sz="2800" dirty="0"/>
              <a:t>(</a:t>
            </a:r>
            <a:r>
              <a:rPr lang="ko-KR" altLang="ko-KR" sz="2800" dirty="0" err="1">
                <a:solidFill>
                  <a:srgbClr val="FF0000"/>
                </a:solidFill>
              </a:rPr>
              <a:t>Repository</a:t>
            </a:r>
            <a:r>
              <a:rPr lang="en-US" altLang="ko-KR" sz="2800" dirty="0"/>
              <a:t>)</a:t>
            </a:r>
            <a:r>
              <a:rPr lang="ko-KR" altLang="en-US" sz="2800" dirty="0"/>
              <a:t>를 제공하여 언제 어디서나 코드에 접근하고 팀 프로젝트를 진행할 수 있습니다</a:t>
            </a:r>
            <a:r>
              <a:rPr lang="en-US" altLang="ko-KR" sz="2800" dirty="0"/>
              <a:t>,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277318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E2A457-4F7B-B97F-C16A-E015453C3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깃허브에서</a:t>
            </a:r>
            <a:r>
              <a:rPr lang="ko-KR" altLang="en-US" dirty="0"/>
              <a:t> 홈페이지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13BF24-592C-EDB8-263D-833B76B7F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레포지토리</a:t>
            </a:r>
            <a:r>
              <a:rPr lang="ko-KR" altLang="en-US" dirty="0"/>
              <a:t> 만들기</a:t>
            </a:r>
            <a:endParaRPr lang="en-US" altLang="ko-KR" dirty="0"/>
          </a:p>
          <a:p>
            <a:r>
              <a:rPr lang="en-US" altLang="ko-KR" dirty="0"/>
              <a:t>2. index.html </a:t>
            </a:r>
            <a:r>
              <a:rPr lang="ko-KR" altLang="en-US" dirty="0"/>
              <a:t>부터 시작 </a:t>
            </a:r>
            <a:r>
              <a:rPr lang="en-US" altLang="ko-KR" dirty="0"/>
              <a:t>-&gt; </a:t>
            </a:r>
            <a:r>
              <a:rPr lang="ko-KR" altLang="en-US" dirty="0"/>
              <a:t>링크</a:t>
            </a:r>
            <a:r>
              <a:rPr lang="en-US" altLang="ko-KR" dirty="0"/>
              <a:t>, </a:t>
            </a:r>
            <a:r>
              <a:rPr lang="ko-KR" altLang="en-US" dirty="0"/>
              <a:t>링크</a:t>
            </a:r>
            <a:r>
              <a:rPr lang="en-US" altLang="ko-KR" dirty="0"/>
              <a:t>, </a:t>
            </a:r>
            <a:r>
              <a:rPr lang="ko-KR" altLang="en-US" dirty="0"/>
              <a:t>링크</a:t>
            </a:r>
            <a:r>
              <a:rPr lang="en-US" altLang="ko-KR" dirty="0"/>
              <a:t>…</a:t>
            </a:r>
          </a:p>
          <a:p>
            <a:r>
              <a:rPr lang="en-US" altLang="ko-KR" dirty="0"/>
              <a:t>html : hyper text markup language</a:t>
            </a:r>
          </a:p>
          <a:p>
            <a:r>
              <a:rPr lang="en-US" altLang="ko-KR" dirty="0"/>
              <a:t>&lt;</a:t>
            </a:r>
            <a:r>
              <a:rPr lang="ko-KR" altLang="en-US" dirty="0"/>
              <a:t>시작 태그</a:t>
            </a:r>
            <a:r>
              <a:rPr lang="en-US" altLang="ko-KR" dirty="0"/>
              <a:t>&gt; </a:t>
            </a:r>
            <a:r>
              <a:rPr lang="ko-KR" altLang="en-US" dirty="0"/>
              <a:t>항목 </a:t>
            </a:r>
            <a:r>
              <a:rPr lang="en-US" altLang="ko-KR" dirty="0"/>
              <a:t>&lt;/</a:t>
            </a:r>
            <a:r>
              <a:rPr lang="ko-KR" altLang="en-US" dirty="0" err="1"/>
              <a:t>닫는태그</a:t>
            </a:r>
            <a:r>
              <a:rPr lang="en-US" altLang="ko-KR" dirty="0"/>
              <a:t>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17585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57FA53-B3B7-43E1-DD4F-300314BBD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800" dirty="0"/>
              <a:t>제일 많이 사용하는 에디터는</a:t>
            </a:r>
            <a:r>
              <a:rPr lang="en-US" altLang="ko-KR" sz="4800" dirty="0"/>
              <a:t>?</a:t>
            </a:r>
            <a:endParaRPr lang="ko-KR" altLang="en-US" sz="48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BB84AF-C101-69CB-79A6-EB247940F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제일 많이 사용하는 에디터는</a:t>
            </a:r>
            <a:r>
              <a:rPr lang="en-US" altLang="ko-KR" dirty="0"/>
              <a:t>?</a:t>
            </a:r>
          </a:p>
          <a:p>
            <a:r>
              <a:rPr lang="en-US" altLang="ko-KR" dirty="0" err="1"/>
              <a:t>Vscode</a:t>
            </a:r>
            <a:endParaRPr lang="en-US" altLang="ko-KR" dirty="0"/>
          </a:p>
          <a:p>
            <a:r>
              <a:rPr lang="ko-KR" altLang="en-US" dirty="0"/>
              <a:t>회원관리 </a:t>
            </a:r>
            <a:r>
              <a:rPr lang="en-US" altLang="ko-KR" dirty="0"/>
              <a:t>: Database – DBMS(DB management system)</a:t>
            </a:r>
          </a:p>
          <a:p>
            <a:r>
              <a:rPr lang="en-US" altLang="ko-KR" dirty="0"/>
              <a:t>Html : </a:t>
            </a:r>
            <a:r>
              <a:rPr lang="ko-KR" altLang="en-US" dirty="0"/>
              <a:t>기둥</a:t>
            </a:r>
            <a:r>
              <a:rPr lang="en-US" altLang="ko-KR" dirty="0"/>
              <a:t>,CSS(Cascade Style Sheet): </a:t>
            </a:r>
            <a:r>
              <a:rPr lang="ko-KR" altLang="en-US" dirty="0"/>
              <a:t>인테리어</a:t>
            </a:r>
            <a:endParaRPr lang="en-US" altLang="ko-KR" dirty="0"/>
          </a:p>
          <a:p>
            <a:r>
              <a:rPr lang="en-US" altLang="ko-KR" dirty="0" err="1"/>
              <a:t>JaveScript</a:t>
            </a:r>
            <a:r>
              <a:rPr lang="en-US" altLang="ko-KR" dirty="0"/>
              <a:t>: </a:t>
            </a:r>
            <a:r>
              <a:rPr lang="ko-KR" altLang="en-US" dirty="0"/>
              <a:t>동적으로 홈페이지 관리</a:t>
            </a:r>
            <a:endParaRPr lang="en-US" altLang="ko-KR" dirty="0"/>
          </a:p>
          <a:p>
            <a:r>
              <a:rPr lang="ko-KR" altLang="en-US" dirty="0"/>
              <a:t>보안</a:t>
            </a:r>
          </a:p>
        </p:txBody>
      </p:sp>
    </p:spTree>
    <p:extLst>
      <p:ext uri="{BB962C8B-B14F-4D97-AF65-F5344CB8AC3E}">
        <p14:creationId xmlns:p14="http://schemas.microsoft.com/office/powerpoint/2010/main" val="3954435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F0C7EB-690F-F624-1BD7-23EEF2009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9FA7D2-4EB9-99B1-B344-C1E133DBE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ko-KR" dirty="0"/>
              <a:t>&lt;!DOCTYPE html&gt;</a:t>
            </a:r>
          </a:p>
          <a:p>
            <a:r>
              <a:rPr lang="en-US" altLang="ko-KR" dirty="0"/>
              <a:t>&lt;html lang="ko"&gt;</a:t>
            </a:r>
          </a:p>
          <a:p>
            <a:r>
              <a:rPr lang="en-US" altLang="ko-KR" dirty="0"/>
              <a:t>&lt;head&gt;</a:t>
            </a:r>
          </a:p>
          <a:p>
            <a:r>
              <a:rPr lang="en-US" altLang="ko-KR" dirty="0"/>
              <a:t>&lt;meta charset="UTF-8"&gt;</a:t>
            </a:r>
          </a:p>
          <a:p>
            <a:r>
              <a:rPr lang="en-US" altLang="ko-KR" dirty="0"/>
              <a:t>&lt;title&gt;</a:t>
            </a:r>
            <a:r>
              <a:rPr lang="ko-KR" altLang="en-US" dirty="0"/>
              <a:t>나의 첫 홈페이지</a:t>
            </a:r>
            <a:r>
              <a:rPr lang="en-US" altLang="ko-KR" dirty="0"/>
              <a:t>&lt;/title&gt;</a:t>
            </a:r>
          </a:p>
          <a:p>
            <a:r>
              <a:rPr lang="en-US" altLang="ko-KR" dirty="0"/>
              <a:t>&lt;/head&gt;</a:t>
            </a:r>
          </a:p>
          <a:p>
            <a:r>
              <a:rPr lang="en-US" altLang="ko-KR" dirty="0"/>
              <a:t>&lt;body&gt;</a:t>
            </a:r>
          </a:p>
          <a:p>
            <a:r>
              <a:rPr lang="en-US" altLang="ko-KR" dirty="0"/>
              <a:t>&lt;h1&gt;</a:t>
            </a:r>
            <a:r>
              <a:rPr lang="ko-KR" altLang="en-US" dirty="0"/>
              <a:t>환영합니다</a:t>
            </a:r>
            <a:r>
              <a:rPr lang="en-US" altLang="ko-KR" dirty="0"/>
              <a:t>!&lt;/h1&gt;</a:t>
            </a:r>
          </a:p>
          <a:p>
            <a:r>
              <a:rPr lang="en-US" altLang="ko-KR" dirty="0"/>
              <a:t>&lt;p&gt;</a:t>
            </a:r>
            <a:r>
              <a:rPr lang="ko-KR" altLang="en-US" dirty="0" err="1"/>
              <a:t>앗싸</a:t>
            </a:r>
            <a:r>
              <a:rPr lang="en-US" altLang="ko-KR" dirty="0"/>
              <a:t>.</a:t>
            </a:r>
            <a:r>
              <a:rPr lang="ko-KR" altLang="en-US" dirty="0"/>
              <a:t>안지민 첫번째 홈페이지</a:t>
            </a:r>
            <a:r>
              <a:rPr lang="en-US" altLang="ko-KR" dirty="0"/>
              <a:t>.&lt;/p&gt;&lt;</a:t>
            </a:r>
            <a:r>
              <a:rPr lang="en-US" altLang="ko-KR" dirty="0" err="1"/>
              <a:t>br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&lt;p style=“font-size: 20px;”&gt;</a:t>
            </a:r>
          </a:p>
          <a:p>
            <a:r>
              <a:rPr lang="en-US" altLang="ko-KR" dirty="0"/>
              <a:t>&lt;a</a:t>
            </a:r>
            <a:r>
              <a:rPr lang="ko-KR" altLang="en-US" dirty="0"/>
              <a:t> </a:t>
            </a:r>
            <a:r>
              <a:rPr lang="en-US" altLang="ko-KR" dirty="0" err="1"/>
              <a:t>href</a:t>
            </a:r>
            <a:r>
              <a:rPr lang="en-US" altLang="ko-KR" dirty="0"/>
              <a:t>=“https://www.naver.com&gt;</a:t>
            </a:r>
            <a:r>
              <a:rPr lang="ko-KR" altLang="en-US" dirty="0"/>
              <a:t>네이버</a:t>
            </a:r>
            <a:r>
              <a:rPr lang="en-US" altLang="ko-KR" dirty="0"/>
              <a:t>&lt;/a&gt;</a:t>
            </a:r>
          </a:p>
          <a:p>
            <a:r>
              <a:rPr lang="en-US" altLang="ko-KR" dirty="0"/>
              <a:t>&lt;/body&gt;</a:t>
            </a:r>
          </a:p>
          <a:p>
            <a:r>
              <a:rPr lang="en-US" altLang="ko-KR" dirty="0"/>
              <a:t>&lt;/html&gt;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44481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349508-C4CA-E5B9-7B9F-41B1F2FDE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7200" dirty="0"/>
              <a:t>IT </a:t>
            </a:r>
            <a:r>
              <a:rPr lang="ko-KR" altLang="en-US" sz="7200" dirty="0"/>
              <a:t>분야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0669EC-BF4F-6A77-A82C-AEE1AD11B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51162"/>
            <a:ext cx="8596668" cy="3880773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Html, </a:t>
            </a:r>
            <a:r>
              <a:rPr lang="en-US" altLang="ko-KR" sz="2800" dirty="0" err="1"/>
              <a:t>css</a:t>
            </a:r>
            <a:r>
              <a:rPr lang="en-US" altLang="ko-KR" sz="2800" dirty="0"/>
              <a:t>, </a:t>
            </a:r>
            <a:r>
              <a:rPr lang="en-US" altLang="ko-KR" sz="2800" dirty="0" err="1"/>
              <a:t>js</a:t>
            </a:r>
            <a:r>
              <a:rPr lang="en-US" altLang="ko-KR" sz="2800" dirty="0"/>
              <a:t> +Photoshop(?) : Frontend</a:t>
            </a:r>
          </a:p>
          <a:p>
            <a:r>
              <a:rPr lang="en-US" altLang="ko-KR" sz="2800" dirty="0"/>
              <a:t>PHP, JSP, ASP + DB : Backend</a:t>
            </a:r>
          </a:p>
          <a:p>
            <a:pPr lvl="1"/>
            <a:r>
              <a:rPr lang="en-US" altLang="ko-KR" sz="2600" dirty="0"/>
              <a:t>Frontend + Backend = </a:t>
            </a:r>
            <a:r>
              <a:rPr lang="en-US" altLang="ko-KR" sz="2600" dirty="0" err="1"/>
              <a:t>FullStack</a:t>
            </a:r>
            <a:endParaRPr lang="en-US" altLang="ko-KR" sz="2600" dirty="0"/>
          </a:p>
          <a:p>
            <a:r>
              <a:rPr lang="en-US" altLang="ko-KR" sz="2800" dirty="0"/>
              <a:t>IoT ( Internet of Everything)</a:t>
            </a:r>
          </a:p>
          <a:p>
            <a:r>
              <a:rPr lang="en-US" altLang="ko-KR" sz="2800" dirty="0"/>
              <a:t>SI (System Integration)</a:t>
            </a:r>
            <a:endParaRPr lang="ko-KR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026204307"/>
      </p:ext>
    </p:extLst>
  </p:cSld>
  <p:clrMapOvr>
    <a:masterClrMapping/>
  </p:clrMapOvr>
</p:sld>
</file>

<file path=ppt/theme/theme1.xml><?xml version="1.0" encoding="utf-8"?>
<a:theme xmlns:a="http://schemas.openxmlformats.org/drawingml/2006/main" name="패싯">
  <a:themeElements>
    <a:clrScheme name="패싯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패싯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패싯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D49127B014C96442B103F66A7AB757C5" ma:contentTypeVersion="12" ma:contentTypeDescription="새 문서를 만듭니다." ma:contentTypeScope="" ma:versionID="af9910978d167bd20d110de44da66788">
  <xsd:schema xmlns:xsd="http://www.w3.org/2001/XMLSchema" xmlns:xs="http://www.w3.org/2001/XMLSchema" xmlns:p="http://schemas.microsoft.com/office/2006/metadata/properties" xmlns:ns3="fdbfe19e-eaeb-4f5c-81e6-125e39aef131" targetNamespace="http://schemas.microsoft.com/office/2006/metadata/properties" ma:root="true" ma:fieldsID="2df969971a570652340762f0f944c918" ns3:_="">
    <xsd:import namespace="fdbfe19e-eaeb-4f5c-81e6-125e39aef13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bfe19e-eaeb-4f5c-81e6-125e39aef1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dbfe19e-eaeb-4f5c-81e6-125e39aef131" xsi:nil="true"/>
  </documentManagement>
</p:properties>
</file>

<file path=customXml/itemProps1.xml><?xml version="1.0" encoding="utf-8"?>
<ds:datastoreItem xmlns:ds="http://schemas.openxmlformats.org/officeDocument/2006/customXml" ds:itemID="{F23B3FBA-C988-4627-9EBA-729B740DD4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dbfe19e-eaeb-4f5c-81e6-125e39aef1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F0EFDAE-11C5-4964-9F32-A398772995B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DDB52E2-2EBE-4ACD-9071-FAF2D3AB412D}">
  <ds:schemaRefs>
    <ds:schemaRef ds:uri="http://schemas.microsoft.com/office/2006/metadata/properties"/>
    <ds:schemaRef ds:uri="http://schemas.microsoft.com/office/infopath/2007/PartnerControls"/>
    <ds:schemaRef ds:uri="fdbfe19e-eaeb-4f5c-81e6-125e39aef13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198</TotalTime>
  <Words>388</Words>
  <Application>Microsoft Office PowerPoint</Application>
  <PresentationFormat>와이드스크린</PresentationFormat>
  <Paragraphs>64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HY헤드라인M</vt:lpstr>
      <vt:lpstr>맑은 고딕</vt:lpstr>
      <vt:lpstr>Arial</vt:lpstr>
      <vt:lpstr>Trebuchet MS</vt:lpstr>
      <vt:lpstr>Wingdings 3</vt:lpstr>
      <vt:lpstr>패싯</vt:lpstr>
      <vt:lpstr>전공 인턴쉽</vt:lpstr>
      <vt:lpstr>차례</vt:lpstr>
      <vt:lpstr>0. 준비사항</vt:lpstr>
      <vt:lpstr>자연어 vs 컴퓨터 언어</vt:lpstr>
      <vt:lpstr>자연어</vt:lpstr>
      <vt:lpstr>컴퓨터 언어 순위 www.tiobe.com -&gt;index</vt:lpstr>
      <vt:lpstr>알아야 되는 사이트</vt:lpstr>
      <vt:lpstr>깃허브란? 프로젝트 관리하는 사이트</vt:lpstr>
      <vt:lpstr>깃허브에서 홈페이지 만들기</vt:lpstr>
      <vt:lpstr>제일 많이 사용하는 에디터는?</vt:lpstr>
      <vt:lpstr>PowerPoint 프레젠테이션</vt:lpstr>
      <vt:lpstr>IT 분야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UC</dc:creator>
  <cp:lastModifiedBy>김성진</cp:lastModifiedBy>
  <cp:revision>1</cp:revision>
  <dcterms:created xsi:type="dcterms:W3CDTF">2026-07-23T03:36:16Z</dcterms:created>
  <dcterms:modified xsi:type="dcterms:W3CDTF">2026-07-23T06:54:55Z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0x010100D49127B014C96442B103F66A7AB757C5</vt:lpwstr>
  </property>
</Properties>
</file>